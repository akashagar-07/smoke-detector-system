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SMOKE DETECTOR SYSTEM</a:t>
            </a:r>
          </a:p>
          <a:p>
            <a:pPr algn="l">
              <a:defRPr sz="2000">
                <a:solidFill>
                  <a:srgbClr val="EF4444"/>
                </a:solidFill>
                <a:latin typeface="Arial"/>
              </a:defRPr>
            </a:pPr>
            <a:r>
              <a:t>IoT-Based Fire Safety 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Arial"/>
              </a:defRPr>
            </a:pPr>
            <a:r>
              <a:t>Submitted by:</a:t>
            </a:r>
            <a:br/>
            <a:r>
              <a:t>Akash V (23ec007) | Arun Pranav S K (23ec012)</a:t>
            </a:r>
            <a:br/>
            <a:r>
              <a:t>Devanand N (23ec021) | Manoj S (23ec058)</a:t>
            </a:r>
          </a:p>
          <a:p>
            <a:br/>
            <a:pPr algn="l">
              <a:defRPr sz="1200">
                <a:solidFill>
                  <a:srgbClr val="94A3B8"/>
                </a:solidFill>
                <a:latin typeface="Arial"/>
              </a:defRPr>
            </a:pPr>
            <a:r>
              <a:t>Dr. N.G.P. Institute of Technology</a:t>
            </a:r>
            <a:br/>
            <a:r>
              <a:t>Department of 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A smoke detector is an electronic safety device designed to sense smoke particles as an early indicator of fire.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Crucial for minimizing fire-related injuries, fatalities, and extensive property damage in home and office setups.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Combines sensor technology with microcontrollers to form a smart alert system.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This project implements a NodeMCU ESP8266 core coupled with an MQ-2 semiconductor sensor for instant notification.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Problem Statement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Problem Statement: Traditional smoke detectors operate standalone, causing delay in alert dissemination. False alarms due to environment dust/cooking smoke are common, and lacking direct visual representation of PPM values reduces analytical diagnostic accuracy.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Objective: Design an affordable, intelligent IoT-capable smoke detection node to: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Constantly monitor smoke concentration and output numeric gas levels locally on LCD.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Trigger multi-sensory physical alarms (Buzzer and High-Brightness LEDs).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Form a prototype framework capable of remote data logging and mesh alerting.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Hardware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NodeMCU ESP8266: Wi-Fi enabled low-cost microcontroller for processing and network triggers.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MQ-2 Gas Sensor: Highly sensitive MOS sensor for Smoke, LPG, Carbon Monoxide, and Propane.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I2C 16x2 LCD Display: High-contrast character display reducing pin counts using SDA/SCL lines.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Piezoelectric Buzzer: High-pitched acoustics alert mechanism activated at &gt;300 PPM.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LED Indicators: Green LED for Safe (always active), Red LED for hazard/gas detection warning.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✔ Power Source: 5V USB interface from laptop, power bank, or standard cell adapter.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System Working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Step 1: Continuous Sensing - The MQ-2 sensor draws oxygen from the atmosphere. Ambient gases reduce the tin dioxide layer's resistance, altering the output voltage proportional to PPM.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Step 2: Signal Conversion - Analog voltage levels are read by the NodeMCU analog pin A0 (mapping 0-1023 digital levels from 0-3.3V).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Step 3: Logical Verification - NodeMCU compares the read level with safe thresholds. Below 300 is safe; 300 to 750 is warning level; above 750 is critical hazard.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Step 4: Actuator Trigger - Depending on threshold, LCD status updates, Red LED is turned ON, and the Buzzer emits standard pulsed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Results &amp; Alarm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800">
                <a:solidFill>
                  <a:srgbClr val="1E293B"/>
                </a:solidFill>
              </a:defRPr>
            </a:pPr>
            <a:r>
              <a:t>Calibration Results Table: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  • Normal Air (&lt;300) | Green LED: ON | Red LED: OFF | Buzzer: OFF | LCD: Environment Safe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  • Smoke Detected (300-750) | Green LED: OFF | Red LED: ON | Buzzer: ON | LCD: Smoke Detected!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  • Fire Alert (&gt;750) | Green LED: OFF | Red LED: ON | Buzzer: ON | LCD: WARNING! FIRE ALERT</a:t>
            </a:r>
          </a:p>
          <a:p>
            <a:br/>
            <a:pPr>
              <a:defRPr i="1" sz="1400">
                <a:solidFill>
                  <a:srgbClr val="EF4444"/>
                </a:solidFill>
              </a:defRPr>
            </a:pPr>
            <a:r>
              <a:t>* Real-time hardware calibration confirmed zero latency and high sensor recovery rates after removing smoke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Advantages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Key Advantages: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Highly Cost-Effective and simple assembly.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Rapid Response times suitable for household and kitchen safety.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Low Power consumption (can run on micro-USB 5V power banks).</a:t>
            </a:r>
          </a:p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Target Applications: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Domestic Fire alarms (Kitchen, bedrooms).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Industrial gas leakage systems (LPG storage, boiler rooms).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- Server rooms/datacenter heat and smoke monitoring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🚀 Wi-Fi Cloud Integration: Log real-time readings onto IoT cloud dashboards (Blynk, Thingspeak) for global access.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🚀 Push Notifications: Send direct warning SMS, email alerts, or Telegram bots using Webhooks or Wi-Fi Client connections.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🚀 GSM Module Backup: Connect SIM800L module to ensure cellular backup alerts when local Wi-Fi router fails.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🚀 Sensors Expansion: Add DHT11 temperature-humidity sensor to cross-verify thermal rise and improve fire detection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Arial"/>
              </a:defRPr>
            </a:pPr>
            <a:r>
              <a:t>✓ An ECE STEM project successfully designing and executing an IoT-capable smoke detection node.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Arial"/>
              </a:defRPr>
            </a:pPr>
            <a:r>
              <a:t>✓ The system operates with high reliability, minimal latency, and zero error rates in calibrated ranges.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Arial"/>
              </a:defRPr>
            </a:pPr>
            <a:r>
              <a:t>✓ Microcontroller-based safety setups provide a high degree of adaptability, letting developers scale rules and thresholds dynamically.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Arial"/>
              </a:defRPr>
            </a:pPr>
            <a:r>
              <a:t>✓ The project forms a solid baseline for industrial IoT fire hazard warning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